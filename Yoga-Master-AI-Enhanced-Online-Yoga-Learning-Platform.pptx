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  <p:sldId id="267" r:id="rId12"/>
  </p:sldIdLst>
  <p:sldSz cx="12192000" cy="6858000"/>
  <p:notesSz cx="6858000" cy="12192000"/>
  <p:embeddedFontLst>
    <p:embeddedFont>
      <p:font typeface="Inter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Inter 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-211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B7F38-F258-4A61-9203-755B9BFB83BF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5D71D-D913-470F-9FDA-06C29561A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7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-4-2.svg"/><Relationship Id="rId12" Type="http://schemas.openxmlformats.org/officeDocument/2006/relationships/image" Target="../media/image-4-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-4-2.svg"/><Relationship Id="rId4" Type="http://schemas.openxmlformats.org/officeDocument/2006/relationships/image" Target="../media/image-4-2.svg"/><Relationship Id="rId9" Type="http://schemas.openxmlformats.org/officeDocument/2006/relationships/image" Target="../media/image-4-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-5-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5645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Yoga Master – AI-Enhanced Online Yoga Learning Platform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504983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6" name="TextBox 5"/>
          <p:cNvSpPr txBox="1"/>
          <p:nvPr/>
        </p:nvSpPr>
        <p:spPr>
          <a:xfrm>
            <a:off x="661475" y="5352256"/>
            <a:ext cx="175400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Inter" charset="0"/>
                <a:ea typeface="Inter" charset="0"/>
              </a:rPr>
              <a:t>SUBMITED BY</a:t>
            </a:r>
            <a:r>
              <a:rPr lang="en-US" dirty="0" smtClean="0">
                <a:latin typeface="Inter" charset="0"/>
                <a:ea typeface="Inter" charset="0"/>
              </a:rPr>
              <a:t/>
            </a:r>
            <a:br>
              <a:rPr lang="en-US" dirty="0" smtClean="0">
                <a:latin typeface="Inter" charset="0"/>
                <a:ea typeface="Inter" charset="0"/>
              </a:rPr>
            </a:br>
            <a:r>
              <a:rPr lang="en-US" dirty="0" smtClean="0">
                <a:latin typeface="Inter" charset="0"/>
                <a:ea typeface="Inter" charset="0"/>
              </a:rPr>
              <a:t>     </a:t>
            </a:r>
            <a:r>
              <a:rPr lang="en-US" sz="1600" dirty="0" smtClean="0">
                <a:latin typeface="Inter" charset="0"/>
                <a:ea typeface="Inter" charset="0"/>
              </a:rPr>
              <a:t>AGNIVESH R</a:t>
            </a:r>
            <a:br>
              <a:rPr lang="en-US" sz="1600" dirty="0" smtClean="0">
                <a:latin typeface="Inter" charset="0"/>
                <a:ea typeface="Inter" charset="0"/>
              </a:rPr>
            </a:br>
            <a:r>
              <a:rPr lang="en-US" sz="1600" dirty="0" smtClean="0">
                <a:latin typeface="Inter" charset="0"/>
                <a:ea typeface="Inter" charset="0"/>
              </a:rPr>
              <a:t>      SEBIN BABU</a:t>
            </a:r>
            <a:endParaRPr lang="en-US" dirty="0">
              <a:latin typeface="Inter" charset="0"/>
              <a:ea typeface="Inter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0586"/>
            <a:ext cx="4070744" cy="4070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2219" y="1788021"/>
            <a:ext cx="7753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Yoga Master – AI-enhanced online yoga learning &amp; wellness platform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5199726" y="2260501"/>
            <a:ext cx="6336745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MERN Stack (MongoDB, Express.js, React.js, Node.js)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users with certified instructors for interactive online yoga learning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browse, purchase, enroll in, and download yoga classes</a:t>
            </a:r>
            <a:endParaRPr lang="en-US" sz="160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features: AI chatbot, personalized yoga plans, calendar-based recommendations, photo-based fitness assessment, private 1-to-1 sessions, appointment scheduling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703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charset="0"/>
                <a:ea typeface="Inter Bold" charset="0"/>
                <a:cs typeface="Inter Bold" pitchFamily="34" charset="-120"/>
              </a:rPr>
              <a:t>Proposed System</a:t>
            </a:r>
            <a:endParaRPr lang="en-US" sz="2200" dirty="0">
              <a:latin typeface="Inter Bold" charset="0"/>
              <a:ea typeface="Inter Bold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35348"/>
            <a:ext cx="1147833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Centralized intelligent yoga platform addressing gaps in existing platforms:</a:t>
            </a:r>
            <a:endParaRPr lang="en-US" sz="1600" dirty="0">
              <a:latin typeface="Inter" charset="0"/>
              <a:ea typeface="Inter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256605"/>
            <a:ext cx="10868745" cy="65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endParaRPr lang="en-US" sz="1200" dirty="0">
              <a:latin typeface="Inter" charset="0"/>
              <a:ea typeface="Inter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59" y="1651739"/>
            <a:ext cx="7351675" cy="45879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6167239"/>
            <a:ext cx="11478330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850" dirty="0">
              <a:latin typeface="Inter" charset="0"/>
              <a:ea typeface="Inter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" charset="0"/>
              <a:ea typeface="Inter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1475" y="2708156"/>
            <a:ext cx="6096000" cy="6303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Built using MERN Stack with </a:t>
            </a:r>
            <a:r>
              <a:rPr lang="en-US" sz="1400" kern="0" spc="-18" dirty="0" err="1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MongoDB</a:t>
            </a: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 Atlas</a:t>
            </a:r>
            <a:endParaRPr lang="en-US" sz="1400" dirty="0">
              <a:latin typeface="Inter" charset="0"/>
              <a:ea typeface="Inter" charset="0"/>
            </a:endParaRPr>
          </a:p>
          <a:p>
            <a:pPr>
              <a:lnSpc>
                <a:spcPct val="107000"/>
              </a:lnSpc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Three integrated modules: Admin, Instructor, User</a:t>
            </a:r>
            <a:endParaRPr lang="en-US" sz="1400" dirty="0">
              <a:latin typeface="Inter" charset="0"/>
              <a:ea typeface="Inter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1475" y="1360318"/>
            <a:ext cx="6096000" cy="10143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2720" indent="-172720">
              <a:lnSpc>
                <a:spcPct val="107000"/>
              </a:lnSpc>
              <a:buSzPct val="100000"/>
              <a:buChar char="•"/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Limited personalization</a:t>
            </a:r>
            <a:endParaRPr lang="en-US" sz="1400" dirty="0">
              <a:latin typeface="Inter" charset="0"/>
              <a:ea typeface="Inter" charset="0"/>
            </a:endParaRPr>
          </a:p>
          <a:p>
            <a:pPr marL="172720" indent="-172720">
              <a:lnSpc>
                <a:spcPct val="107000"/>
              </a:lnSpc>
              <a:buSzPct val="100000"/>
              <a:buChar char="•"/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No AI recommendations</a:t>
            </a:r>
            <a:endParaRPr lang="en-US" sz="1400" dirty="0">
              <a:latin typeface="Inter" charset="0"/>
              <a:ea typeface="Inter" charset="0"/>
            </a:endParaRPr>
          </a:p>
          <a:p>
            <a:pPr marL="172720" indent="-172720">
              <a:lnSpc>
                <a:spcPct val="107000"/>
              </a:lnSpc>
              <a:buSzPct val="100000"/>
              <a:buChar char="•"/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No private sessions</a:t>
            </a:r>
            <a:endParaRPr lang="en-US" sz="1400" dirty="0">
              <a:latin typeface="Inter" charset="0"/>
              <a:ea typeface="Inter" charset="0"/>
            </a:endParaRPr>
          </a:p>
          <a:p>
            <a:pPr marL="172720" indent="-172720">
              <a:lnSpc>
                <a:spcPct val="107000"/>
              </a:lnSpc>
              <a:buSzPct val="100000"/>
              <a:buChar char="•"/>
            </a:pPr>
            <a:r>
              <a:rPr lang="en-US" sz="1400" kern="0" spc="-18" dirty="0">
                <a:solidFill>
                  <a:srgbClr val="272525"/>
                </a:solidFill>
                <a:latin typeface="Inter" charset="0"/>
                <a:ea typeface="Inter" charset="0"/>
                <a:cs typeface="Inter" pitchFamily="34" charset="-120"/>
              </a:rPr>
              <a:t>Poor progress tracking</a:t>
            </a:r>
            <a:endParaRPr lang="en-US" sz="1400" dirty="0">
              <a:latin typeface="Inter" charset="0"/>
              <a:ea typeface="Inter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1475" y="3562124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Inter" charset="0"/>
                <a:ea typeface="Inter" charset="0"/>
              </a:rPr>
              <a:t>Key additions: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AI </a:t>
            </a:r>
            <a:r>
              <a:rPr lang="en-US" sz="1400" dirty="0" smtClean="0">
                <a:latin typeface="Inter" charset="0"/>
                <a:ea typeface="Inter" charset="0"/>
              </a:rPr>
              <a:t>chat-bot </a:t>
            </a:r>
            <a:r>
              <a:rPr lang="en-US" sz="1400" dirty="0">
                <a:latin typeface="Inter" charset="0"/>
                <a:ea typeface="Inter" charset="0"/>
              </a:rPr>
              <a:t>support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Personalized yoga plans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Calendar-based adaptive recommendations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Photo-based fitness assessment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Appointment scheduling</a:t>
            </a:r>
          </a:p>
          <a:p>
            <a:r>
              <a:rPr lang="en-US" dirty="0">
                <a:latin typeface="Inter" charset="0"/>
                <a:ea typeface="Inter" charset="0"/>
              </a:rPr>
              <a:t>Benefits: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Secure authentication &amp; payments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Scalable cloud database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1400" dirty="0">
                <a:latin typeface="Inter" charset="0"/>
                <a:ea typeface="Inter" charset="0"/>
              </a:rPr>
              <a:t>AI-powered wellness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907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Modules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6687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 are the three main modules that constitute the Yoga Master platform, each designed to cater to specific user roles and functionalities.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097683"/>
            <a:ext cx="3520788" cy="39311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2294277" y="2241054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581" y="2780109"/>
            <a:ext cx="31425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Module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50581" y="3137595"/>
            <a:ext cx="3142576" cy="2702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manage profile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and search yoga classes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premium content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 in classes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videos for offline access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personalized recommendations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private 1-to-1 sessions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and manage appointments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335354" y="2097683"/>
            <a:ext cx="3520888" cy="393114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968255" y="2241054"/>
            <a:ext cx="255085" cy="2550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24460" y="2780109"/>
            <a:ext cx="3142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Instructor Module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4524460" y="3137595"/>
            <a:ext cx="3142675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manage yoga classes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 learning content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private 1-to-1 sessions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student appointments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student progress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009332" y="2097683"/>
            <a:ext cx="3520888" cy="393114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642234" y="2241054"/>
            <a:ext cx="255085" cy="25509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98439" y="2780109"/>
            <a:ext cx="3142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Module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8198439" y="3137595"/>
            <a:ext cx="3142675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 accounts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approve instructor applications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Oversee all classes and content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payments and transactions</a:t>
            </a:r>
            <a:endParaRPr 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1475" y="15392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055238" y="2537104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11269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521373"/>
            <a:ext cx="3068065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4561766" y="3521373"/>
            <a:ext cx="306806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8247650" y="3521373"/>
            <a:ext cx="3068065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16" name="Rectangle 15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0" y="2902702"/>
            <a:ext cx="8126074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600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 Diagram</a:t>
            </a:r>
            <a:endParaRPr lang="en-US" sz="6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699326" y="0"/>
            <a:ext cx="885268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523840" y="59193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000" dirty="0"/>
          </a:p>
        </p:txBody>
      </p:sp>
      <p:sp>
        <p:nvSpPr>
          <p:cNvPr id="3" name="Rectangle 2"/>
          <p:cNvSpPr/>
          <p:nvPr/>
        </p:nvSpPr>
        <p:spPr>
          <a:xfrm>
            <a:off x="5280393" y="2902702"/>
            <a:ext cx="6343916" cy="10525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600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Activity Diagram</a:t>
            </a:r>
            <a:endParaRPr lang="en-US" sz="6000" dirty="0"/>
          </a:p>
        </p:txBody>
      </p:sp>
      <p:pic>
        <p:nvPicPr>
          <p:cNvPr id="6" name="Picture 2" descr="C:\Users\agniv\Downloads\2fil6hgsD20_-l3_gSkv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289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73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64064" y="46529"/>
            <a:ext cx="83995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8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7159" y="2923220"/>
            <a:ext cx="7187096" cy="10115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600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Diagram</a:t>
            </a:r>
            <a:endParaRPr lang="en-US" sz="6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086" y="1393576"/>
            <a:ext cx="4070744" cy="407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8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7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73103" y="6424446"/>
            <a:ext cx="1403131" cy="3783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agniv\Downloads\2fil6hgsD20_-l3_gSkv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549" y="0"/>
            <a:ext cx="563745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8549" y="120869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6600" b="1" dirty="0">
                <a:latin typeface="Inter Bold" charset="0"/>
                <a:ea typeface="Inter Bold" charset="0"/>
              </a:rPr>
              <a:t>Thank You</a:t>
            </a:r>
          </a:p>
          <a:p>
            <a:r>
              <a:rPr lang="en-US" sz="2800" dirty="0">
                <a:latin typeface="Inter" charset="0"/>
                <a:ea typeface="Inter" charset="0"/>
              </a:rPr>
              <a:t>We appreciate your time and interest in Yoga Master. We are confident that this AI-enhanced online yoga platform will transform wellness and learning experiences for users worldwide</a:t>
            </a:r>
          </a:p>
        </p:txBody>
      </p:sp>
    </p:spTree>
    <p:extLst>
      <p:ext uri="{BB962C8B-B14F-4D97-AF65-F5344CB8AC3E}">
        <p14:creationId xmlns:p14="http://schemas.microsoft.com/office/powerpoint/2010/main" val="261743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288</Words>
  <Application>Microsoft Office PowerPoint</Application>
  <PresentationFormat>Custom</PresentationFormat>
  <Paragraphs>58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Agnivesh R</dc:creator>
  <cp:lastModifiedBy>Agnivesh R</cp:lastModifiedBy>
  <cp:revision>9</cp:revision>
  <dcterms:created xsi:type="dcterms:W3CDTF">2026-08-06T14:13:56Z</dcterms:created>
  <dcterms:modified xsi:type="dcterms:W3CDTF">2026-08-06T16:42:04Z</dcterms:modified>
</cp:coreProperties>
</file>